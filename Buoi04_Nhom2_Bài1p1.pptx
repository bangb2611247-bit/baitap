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3"/>
    <p:sldId id="257" r:id="rId4"/>
    <p:sldId id="260" r:id="rId5"/>
    <p:sldId id="264" r:id="rId6"/>
    <p:sldId id="261" r:id="rId7"/>
    <p:sldId id="263" r:id="rId8"/>
    <p:sldId id="268" r:id="rId9"/>
    <p:sldId id="269"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95"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6633"/>
    <a:srgbClr val="995959"/>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95"/>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notesMaster" Target="notesMasters/notesMaster1.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7" Type="http://schemas.openxmlformats.org/officeDocument/2006/relationships/tags" Target="../tags/tag5.xml"/><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tags" Target="../tags/tag1.xml"/><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custDataLst>
              <p:tags r:id="rId3"/>
            </p:custDataLst>
          </p:nvPr>
        </p:nvSpPr>
        <p:spPr>
          <a:xfrm>
            <a:off x="1198800" y="914400"/>
            <a:ext cx="9799200" cy="2570400"/>
          </a:xfrm>
        </p:spPr>
        <p:txBody>
          <a:bodyPr lIns="90000" tIns="46800" rIns="90000" bIns="46800" anchor="b" anchorCtr="0">
            <a:normAutofit/>
          </a:bodyPr>
          <a:lstStyle>
            <a:lvl1pPr algn="ctr">
              <a:defRPr sz="5000">
                <a:solidFill>
                  <a:srgbClr val="996633"/>
                </a:solidFill>
              </a:defRPr>
            </a:lvl1pPr>
          </a:lstStyle>
          <a:p>
            <a:r>
              <a:rPr lang="en-US" dirty="0"/>
              <a:t>BỐ CỤC MỘT BÀI THUYẾT TRÌNH</a:t>
            </a:r>
            <a:endParaRPr lang="en-US" dirty="0"/>
          </a:p>
        </p:txBody>
      </p:sp>
      <p:sp>
        <p:nvSpPr>
          <p:cNvPr id="3" name="Subtitle 2"/>
          <p:cNvSpPr>
            <a:spLocks noGrp="1"/>
          </p:cNvSpPr>
          <p:nvPr>
            <p:ph type="subTitle" idx="1" hasCustomPrompt="1"/>
            <p:custDataLst>
              <p:tags r:id="rId4"/>
            </p:custDataLst>
          </p:nvPr>
        </p:nvSpPr>
        <p:spPr>
          <a:xfrm>
            <a:off x="1198800" y="3560400"/>
            <a:ext cx="9799200" cy="1472400"/>
          </a:xfrm>
        </p:spPr>
        <p:txBody>
          <a:bodyPr lIns="90000" tIns="46800" rIns="90000" bIns="46800">
            <a:normAutofit/>
          </a:bodyPr>
          <a:lstStyle>
            <a:lvl1pPr marL="0" indent="0" algn="ctr">
              <a:lnSpc>
                <a:spcPct val="110000"/>
              </a:lnSpc>
              <a:buNone/>
              <a:defRPr sz="3200" b="1" spc="200">
                <a:solidFill>
                  <a:schemeClr val="tx1"/>
                </a:solidFill>
                <a:latin typeface="Times New Roman" panose="02020603050405020304" charset="0"/>
                <a:cs typeface="Times New Roman" panose="0202060305040502030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ThS. Họ và Tên</a:t>
            </a:r>
            <a:endParaRPr lang="en-US" dirty="0"/>
          </a:p>
          <a:p>
            <a:endParaRPr lang="en-US" dirty="0"/>
          </a:p>
        </p:txBody>
      </p:sp>
      <p:sp>
        <p:nvSpPr>
          <p:cNvPr id="16" name="Date Placeholder 15"/>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17" name="Footer Placeholder 16"/>
          <p:cNvSpPr>
            <a:spLocks noGrp="1"/>
          </p:cNvSpPr>
          <p:nvPr>
            <p:ph type="ftr" sz="quarter" idx="11"/>
            <p:custDataLst>
              <p:tags r:id="rId6"/>
            </p:custDataLst>
          </p:nvPr>
        </p:nvSpPr>
        <p:spPr/>
        <p:txBody>
          <a:bodyPr/>
          <a:lstStyle/>
          <a:p>
            <a:endParaRPr lang="en-US" dirty="0"/>
          </a:p>
        </p:txBody>
      </p:sp>
      <p:sp>
        <p:nvSpPr>
          <p:cNvPr id="18" name="Slide Number Placeholder 17"/>
          <p:cNvSpPr>
            <a:spLocks noGrp="1"/>
          </p:cNvSpPr>
          <p:nvPr>
            <p:ph type="sldNum" sz="quarter" idx="12"/>
            <p:custDataLst>
              <p:tags r:id="rId7"/>
            </p:custDataLst>
          </p:nvPr>
        </p:nvSpPr>
        <p:spPr>
          <a:xfrm>
            <a:off x="9059545" y="6196330"/>
            <a:ext cx="2700020" cy="316865"/>
          </a:xfrm>
        </p:spPr>
        <p:txBody>
          <a:bodyPr/>
          <a:lstStyle>
            <a:lvl1pPr>
              <a:defRPr>
                <a:solidFill>
                  <a:schemeClr val="bg1">
                    <a:lumMod val="65000"/>
                  </a:schemeClr>
                </a:solidFill>
              </a:defRPr>
            </a:lvl1pPr>
          </a:lstStyle>
          <a:p>
            <a:pPr algn="r"/>
            <a:r>
              <a:rPr lang="en-US" sz="1600" b="1" smtClean="0">
                <a:latin typeface="Times New Roman" panose="02020603050405020304" charset="0"/>
                <a:cs typeface="Times New Roman" panose="02020603050405020304" charset="0"/>
              </a:rPr>
              <a:t>1</a:t>
            </a:r>
            <a:endParaRPr lang="en-US" dirty="0"/>
          </a:p>
        </p:txBody>
      </p:sp>
      <p:sp>
        <p:nvSpPr>
          <p:cNvPr id="7" name="Text Box 6"/>
          <p:cNvSpPr txBox="1"/>
          <p:nvPr userDrawn="1"/>
        </p:nvSpPr>
        <p:spPr>
          <a:xfrm>
            <a:off x="7385050" y="5717540"/>
            <a:ext cx="4064000" cy="368300"/>
          </a:xfrm>
          <a:prstGeom prst="rect">
            <a:avLst/>
          </a:prstGeom>
          <a:noFill/>
        </p:spPr>
        <p:txBody>
          <a:bodyPr wrap="square" rtlCol="0">
            <a:spAutoFit/>
          </a:bodyPr>
          <a:p>
            <a:r>
              <a:rPr lang="en-US" b="1">
                <a:latin typeface="Times New Roman" panose="02020603050405020304" charset="0"/>
                <a:cs typeface="Times New Roman" panose="02020603050405020304" charset="0"/>
              </a:rPr>
              <a:t>Trích từ Tủ sách Khoa học VLOS</a:t>
            </a:r>
            <a:endParaRPr lang="en-US" b="1">
              <a:latin typeface="Times New Roman" panose="02020603050405020304" charset="0"/>
              <a:cs typeface="Times New Roman" panose="02020603050405020304" charset="0"/>
            </a:endParaRPr>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608330" y="1496060"/>
            <a:ext cx="10968355" cy="805180"/>
          </a:xfrm>
        </p:spPr>
        <p:txBody>
          <a:bodyPr vert="horz" lIns="90000" tIns="46800" rIns="90000" bIns="46800" rtlCol="0" anchor="ctr" anchorCtr="0">
            <a:normAutofit/>
          </a:bodyPr>
          <a:lstStyle/>
          <a:p>
            <a:pPr lvl="0"/>
            <a:r>
              <a:rPr lang="en-US"/>
              <a:t>Giới thiệu</a:t>
            </a:r>
            <a:endParaRPr lang="en-US"/>
          </a:p>
        </p:txBody>
      </p:sp>
      <p:sp>
        <p:nvSpPr>
          <p:cNvPr id="3" name="Content Placeholder 2"/>
          <p:cNvSpPr>
            <a:spLocks noGrp="1"/>
          </p:cNvSpPr>
          <p:nvPr>
            <p:ph idx="1"/>
            <p:custDataLst>
              <p:tags r:id="rId3"/>
            </p:custDataLst>
          </p:nvPr>
        </p:nvSpPr>
        <p:spPr>
          <a:xfrm>
            <a:off x="290830" y="2301240"/>
            <a:ext cx="11141075" cy="3870960"/>
          </a:xfrm>
        </p:spPr>
        <p:txBody>
          <a:bodyPr vert="horz" lIns="90000" tIns="46800" rIns="90000" bIns="46800" rtlCol="0">
            <a:normAutofit/>
          </a:bodyPr>
          <a:lstStyle>
            <a:lvl1pPr>
              <a:defRPr b="0"/>
            </a:lvl1pPr>
            <a:lvl2pPr>
              <a:buFont typeface="Arial" panose="020B0604020202020204" pitchFamily="34" charset="0"/>
              <a:buChar char="•"/>
              <a:defRPr/>
            </a:lvl2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6" name="Slide Number Placeholder 5"/>
          <p:cNvSpPr>
            <a:spLocks noGrp="1"/>
          </p:cNvSpPr>
          <p:nvPr>
            <p:ph type="sldNum" sz="quarter" idx="12"/>
            <p:custDataLst>
              <p:tags r:id="rId5"/>
            </p:custDataLst>
          </p:nvPr>
        </p:nvSpPr>
        <p:spPr>
          <a:xfrm>
            <a:off x="9169700" y="6172160"/>
            <a:ext cx="2700000" cy="316800"/>
          </a:xfrm>
        </p:spPr>
        <p:txBody>
          <a:bodyPr>
            <a:noAutofit/>
          </a:bodyPr>
          <a:lstStyle>
            <a:lvl1pPr>
              <a:defRPr sz="1600" b="1">
                <a:latin typeface="Times New Roman" panose="02020603050405020304" charset="0"/>
                <a:cs typeface="Times New Roman" panose="02020603050405020304" charset="0"/>
              </a:defRPr>
            </a:lvl1pPr>
          </a:lstStyle>
          <a:p>
            <a:r>
              <a:rPr lang="en-US"/>
              <a:t>2</a:t>
            </a:r>
            <a:endParaRPr lang="en-US"/>
          </a:p>
        </p:txBody>
      </p:sp>
      <p:sp>
        <p:nvSpPr>
          <p:cNvPr id="5" name="Footer Placeholder 4"/>
          <p:cNvSpPr>
            <a:spLocks noGrp="1"/>
          </p:cNvSpPr>
          <p:nvPr>
            <p:ph type="ftr" sz="quarter" idx="11"/>
            <p:custDataLst>
              <p:tags r:id="rId6"/>
            </p:custDataLst>
          </p:nvPr>
        </p:nvSpPr>
        <p:spPr/>
        <p:txBody>
          <a:bodyPr/>
          <a:lstStyle/>
          <a:p>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en-US" dirty="0"/>
              <a:t>Click to edit title</a:t>
            </a:r>
            <a:endParaRPr lang="en-US" dirty="0"/>
          </a:p>
        </p:txBody>
      </p:sp>
      <p:sp>
        <p:nvSpPr>
          <p:cNvPr id="3" name="Text Placeholder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text</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Content Placeholder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5" name="Date Placeholder 4"/>
          <p:cNvSpPr>
            <a:spLocks noGrp="1"/>
          </p:cNvSpPr>
          <p:nvPr>
            <p:ph type="dt" sz="half" idx="10"/>
            <p:custDataLst>
              <p:tags r:id="rId5"/>
            </p:custDataLst>
          </p:nvPr>
        </p:nvSpPr>
        <p:spPr/>
        <p:txBody>
          <a:bodyPr/>
          <a:lstStyle/>
          <a:p>
            <a:fld id="{760FBDFE-C587-4B4C-A407-44438C67B59E}" type="datetimeFigureOut">
              <a:rPr lang="en-US" smtClean="0"/>
            </a:fld>
            <a:endParaRPr lang="en-US"/>
          </a:p>
        </p:txBody>
      </p:sp>
      <p:sp>
        <p:nvSpPr>
          <p:cNvPr id="6" name="Footer Placeholder 5"/>
          <p:cNvSpPr>
            <a:spLocks noGrp="1"/>
          </p:cNvSpPr>
          <p:nvPr>
            <p:ph type="ftr" sz="quarter" idx="11"/>
            <p:custDataLst>
              <p:tags r:id="rId6"/>
            </p:custDataLst>
          </p:nvPr>
        </p:nvSpPr>
        <p:spPr/>
        <p:txBody>
          <a:bodyPr/>
          <a:lstStyle/>
          <a:p>
            <a:endParaRPr lang="en-US"/>
          </a:p>
        </p:txBody>
      </p:sp>
      <p:sp>
        <p:nvSpPr>
          <p:cNvPr id="7" name="Slide Number Placeholder 6"/>
          <p:cNvSpPr>
            <a:spLocks noGrp="1"/>
          </p:cNvSpPr>
          <p:nvPr>
            <p:ph type="sldNum" sz="quarter" idx="12"/>
            <p:custDataLst>
              <p:tags r:id="rId7"/>
            </p:custDataLst>
          </p:nvPr>
        </p:nvSpPr>
        <p:spPr/>
        <p:txBody>
          <a:bodyPr/>
          <a:lstStyle/>
          <a:p>
            <a:fld id="{49AE70B2-8BF9-45C0-BB95-33D1B9D3A85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en-US" smtClean="0"/>
              <a:t>Click to edit Master title style</a:t>
            </a:r>
            <a:endParaRPr lang="en-US"/>
          </a:p>
        </p:txBody>
      </p:sp>
      <p:sp>
        <p:nvSpPr>
          <p:cNvPr id="3" name="Text Placeholder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text</a:t>
            </a:r>
            <a:endParaRPr lang="en-US" dirty="0"/>
          </a:p>
        </p:txBody>
      </p:sp>
      <p:sp>
        <p:nvSpPr>
          <p:cNvPr id="4" name="Content Placeholder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text</a:t>
            </a:r>
            <a:endParaRPr lang="en-US"/>
          </a:p>
        </p:txBody>
      </p:sp>
      <p:sp>
        <p:nvSpPr>
          <p:cNvPr id="6" name="Content Placeholder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custDataLst>
              <p:tags r:id="rId7"/>
            </p:custDataLst>
          </p:nvPr>
        </p:nvSpPr>
        <p:spPr/>
        <p:txBody>
          <a:bodyPr/>
          <a:lstStyle/>
          <a:p>
            <a:fld id="{760FBDFE-C587-4B4C-A407-44438C67B59E}" type="datetimeFigureOut">
              <a:rPr lang="en-US" smtClean="0"/>
            </a:fld>
            <a:endParaRPr lang="en-US"/>
          </a:p>
        </p:txBody>
      </p:sp>
      <p:sp>
        <p:nvSpPr>
          <p:cNvPr id="8" name="Footer Placeholder 7"/>
          <p:cNvSpPr>
            <a:spLocks noGrp="1"/>
          </p:cNvSpPr>
          <p:nvPr>
            <p:ph type="ftr" sz="quarter" idx="11"/>
            <p:custDataLst>
              <p:tags r:id="rId8"/>
            </p:custDataLst>
          </p:nvPr>
        </p:nvSpPr>
        <p:spPr/>
        <p:txBody>
          <a:bodyPr/>
          <a:lstStyle/>
          <a:p>
            <a:endParaRPr lang="en-US"/>
          </a:p>
        </p:txBody>
      </p:sp>
      <p:sp>
        <p:nvSpPr>
          <p:cNvPr id="9" name="Slide Number Placeholder 8"/>
          <p:cNvSpPr>
            <a:spLocks noGrp="1"/>
          </p:cNvSpPr>
          <p:nvPr>
            <p:ph type="sldNum" sz="quarter" idx="12"/>
            <p:custDataLst>
              <p:tags r:id="rId9"/>
            </p:custDataLst>
          </p:nvPr>
        </p:nvSpPr>
        <p:spPr/>
        <p:txBody>
          <a:bodyPr/>
          <a:lstStyle/>
          <a:p>
            <a:fld id="{49AE70B2-8BF9-45C0-BB95-33D1B9D3A85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bg>
      <p:bgPr>
        <a:blipFill rotWithShape="1">
          <a:blip r:embed="rId2"/>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custDataLst>
              <p:tags r:id="rId3"/>
            </p:custDataLst>
          </p:nvPr>
        </p:nvSpPr>
        <p:spPr>
          <a:xfrm>
            <a:off x="608400" y="608400"/>
            <a:ext cx="10969200" cy="705600"/>
          </a:xfrm>
        </p:spPr>
        <p:txBody>
          <a:bodyPr vert="horz" lIns="90000" tIns="46800" rIns="90000" bIns="46800" rtlCol="0" anchor="ctr" anchorCtr="0">
            <a:normAutofit/>
          </a:bodyPr>
          <a:lstStyle>
            <a:lvl1pPr>
              <a:defRPr>
                <a:solidFill>
                  <a:schemeClr val="tx1"/>
                </a:solidFill>
              </a:defRPr>
            </a:lvl1pPr>
          </a:lstStyle>
          <a:p>
            <a:pPr lvl="0"/>
            <a:r>
              <a:rPr lang="en-US" smtClean="0"/>
              <a:t>Click to edit Master title style</a:t>
            </a:r>
            <a:endParaRPr lang="en-US"/>
          </a:p>
        </p:txBody>
      </p:sp>
      <p:sp>
        <p:nvSpPr>
          <p:cNvPr id="3" name="Date Placeholder 2"/>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5"/>
            </p:custDataLst>
          </p:nvPr>
        </p:nvSpPr>
        <p:spPr/>
        <p:txBody>
          <a:bodyPr/>
          <a:lstStyle/>
          <a:p>
            <a:endParaRPr lang="en-US"/>
          </a:p>
        </p:txBody>
      </p:sp>
      <p:sp>
        <p:nvSpPr>
          <p:cNvPr id="5" name="Slide Number Placeholder 4"/>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3" name="Footer Placeholder 2"/>
          <p:cNvSpPr>
            <a:spLocks noGrp="1"/>
          </p:cNvSpPr>
          <p:nvPr>
            <p:ph type="ftr" sz="quarter" idx="11"/>
            <p:custDataLst>
              <p:tags r:id="rId3"/>
            </p:custDataLst>
          </p:nvPr>
        </p:nvSpPr>
        <p:spPr/>
        <p:txBody>
          <a:bodyPr/>
          <a:lstStyle/>
          <a:p>
            <a:endParaRPr lang="en-US"/>
          </a:p>
        </p:txBody>
      </p:sp>
      <p:sp>
        <p:nvSpPr>
          <p:cNvPr id="4" name="Slide Number Placeholder 3"/>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en-US"/>
          </a:p>
        </p:txBody>
      </p:sp>
      <p:sp>
        <p:nvSpPr>
          <p:cNvPr id="4" name="Text Placeholder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en-US" smtClean="0"/>
              <a:t>Click to edit Master text styles</a:t>
            </a:r>
            <a:endParaRPr lang="en-US"/>
          </a:p>
        </p:txBody>
      </p:sp>
      <p:sp>
        <p:nvSpPr>
          <p:cNvPr id="5" name="Date Placeholder 4"/>
          <p:cNvSpPr>
            <a:spLocks noGrp="1"/>
          </p:cNvSpPr>
          <p:nvPr>
            <p:ph type="dt" sz="half" idx="10"/>
            <p:custDataLst>
              <p:tags r:id="rId4"/>
            </p:custDataLst>
          </p:nvPr>
        </p:nvSpPr>
        <p:spPr/>
        <p:txBody>
          <a:bodyPr/>
          <a:lstStyle/>
          <a:p>
            <a:fld id="{9EFD9D74-47D9-4702-A33C-335B63B48DBF}" type="datetimeFigureOut">
              <a:rPr lang="en-US" smtClean="0"/>
            </a:fld>
            <a:endParaRPr lang="en-US" dirty="0"/>
          </a:p>
        </p:txBody>
      </p:sp>
      <p:sp>
        <p:nvSpPr>
          <p:cNvPr id="6" name="Footer Placeholder 5"/>
          <p:cNvSpPr>
            <a:spLocks noGrp="1"/>
          </p:cNvSpPr>
          <p:nvPr>
            <p:ph type="ftr" sz="quarter" idx="11"/>
            <p:custDataLst>
              <p:tags r:id="rId5"/>
            </p:custDataLst>
          </p:nvPr>
        </p:nvSpPr>
        <p:spPr/>
        <p:txBody>
          <a:bodyPr/>
          <a:lstStyle/>
          <a:p>
            <a:endParaRPr lang="en-US" dirty="0"/>
          </a:p>
        </p:txBody>
      </p:sp>
      <p:sp>
        <p:nvSpPr>
          <p:cNvPr id="7" name="Slide Number Placeholder 6"/>
          <p:cNvSpPr>
            <a:spLocks noGrp="1"/>
          </p:cNvSpPr>
          <p:nvPr>
            <p:ph type="sldNum" sz="quarter" idx="12"/>
            <p:custDataLst>
              <p:tags r:id="rId6"/>
            </p:custDataLst>
          </p:nvPr>
        </p:nvSpPr>
        <p:spPr/>
        <p:txBody>
          <a:bodyPr/>
          <a:lstStyle/>
          <a:p>
            <a:fld id="{FABC47A4-756D-490B-A52F-7D9E2C9FC05F}" type="slidenum">
              <a:rPr lang="en-US" smtClean="0"/>
            </a:fld>
            <a:endParaRPr lang="en-US"/>
          </a:p>
        </p:txBody>
      </p:sp>
      <p:sp>
        <p:nvSpPr>
          <p:cNvPr id="9" name="Title 8"/>
          <p:cNvSpPr>
            <a:spLocks noGrp="1"/>
          </p:cNvSpPr>
          <p:nvPr>
            <p:ph type="title"/>
            <p:custDataLst>
              <p:tags r:id="rId7"/>
            </p:custDataLst>
          </p:nvPr>
        </p:nvSpPr>
        <p:spPr/>
        <p:txBody>
          <a:bodyPr/>
          <a:p>
            <a:r>
              <a:rPr lang="en-US"/>
              <a:t>Click to edit Master title style</a:t>
            </a:r>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en-US" smtClean="0"/>
              <a:t>Click to edit title</a:t>
            </a:r>
            <a:endParaRPr lang="en-US"/>
          </a:p>
        </p:txBody>
      </p:sp>
      <p:sp>
        <p:nvSpPr>
          <p:cNvPr id="3" name="Vertical Text Placeholder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4" name="Date Placeholder 3"/>
          <p:cNvSpPr>
            <a:spLocks noGrp="1"/>
          </p:cNvSpPr>
          <p:nvPr>
            <p:ph type="dt" sz="half" idx="10"/>
            <p:custDataLst>
              <p:tags r:id="rId4"/>
            </p:custDataLst>
          </p:nvPr>
        </p:nvSpPr>
        <p:spPr/>
        <p:txBody>
          <a:bodyPr/>
          <a:lstStyle/>
          <a:p>
            <a:fld id="{760FBDFE-C587-4B4C-A407-44438C67B59E}" type="datetimeFigureOut">
              <a:rPr lang="en-US" smtClean="0"/>
            </a:fld>
            <a:endParaRPr lang="en-US"/>
          </a:p>
        </p:txBody>
      </p:sp>
      <p:sp>
        <p:nvSpPr>
          <p:cNvPr id="5" name="Footer Placeholder 4"/>
          <p:cNvSpPr>
            <a:spLocks noGrp="1"/>
          </p:cNvSpPr>
          <p:nvPr>
            <p:ph type="ftr" sz="quarter" idx="11"/>
            <p:custDataLst>
              <p:tags r:id="rId5"/>
            </p:custDataLst>
          </p:nvPr>
        </p:nvSpPr>
        <p:spPr/>
        <p:txBody>
          <a:bodyPr/>
          <a:lstStyle/>
          <a:p>
            <a:endParaRPr lang="en-US"/>
          </a:p>
        </p:txBody>
      </p:sp>
      <p:sp>
        <p:nvSpPr>
          <p:cNvPr id="6" name="Slide Number Placeholder 5"/>
          <p:cNvSpPr>
            <a:spLocks noGrp="1"/>
          </p:cNvSpPr>
          <p:nvPr>
            <p:ph type="sldNum" sz="quarter" idx="12"/>
            <p:custDataLst>
              <p:tags r:id="rId6"/>
            </p:custDataLst>
          </p:nvPr>
        </p:nvSpPr>
        <p:spPr/>
        <p:txBody>
          <a:bodyPr/>
          <a:lstStyle/>
          <a:p>
            <a:fld id="{49AE70B2-8BF9-45C0-BB95-33D1B9D3A854}" type="slidenum">
              <a:rPr lang="en-US" smtClean="0"/>
            </a:fld>
            <a:endParaRPr lang="en-US"/>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7" name="Content Placeholder 6"/>
          <p:cNvSpPr>
            <a:spLocks noGrp="1"/>
          </p:cNvSpPr>
          <p:nvPr>
            <p:ph sz="quarter" idx="13"/>
            <p:custDataLst>
              <p:tags r:id="rId5"/>
            </p:custDataLst>
          </p:nvPr>
        </p:nvSpPr>
        <p:spPr>
          <a:xfrm>
            <a:off x="608400" y="774000"/>
            <a:ext cx="10972800" cy="5482800"/>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st Slide">
    <p:spTree>
      <p:nvGrpSpPr>
        <p:cNvPr id="1" name=""/>
        <p:cNvGrpSpPr/>
        <p:nvPr/>
      </p:nvGrpSpPr>
      <p:grpSpPr>
        <a:xfrm>
          <a:off x="0" y="0"/>
          <a:ext cx="0" cy="0"/>
          <a:chOff x="0" y="0"/>
          <a:chExt cx="0" cy="0"/>
        </a:xfrm>
      </p:grpSpPr>
      <p:sp>
        <p:nvSpPr>
          <p:cNvPr id="3" name="Date Placeholder 2"/>
          <p:cNvSpPr>
            <a:spLocks noGrp="1"/>
          </p:cNvSpPr>
          <p:nvPr>
            <p:ph type="dt" sz="half" idx="10"/>
            <p:custDataLst>
              <p:tags r:id="rId2"/>
            </p:custDataLst>
          </p:nvPr>
        </p:nvSpPr>
        <p:spPr/>
        <p:txBody>
          <a:bodyPr/>
          <a:lstStyle/>
          <a:p>
            <a:fld id="{760FBDFE-C587-4B4C-A407-44438C67B59E}" type="datetimeFigureOut">
              <a:rPr lang="en-US" smtClean="0"/>
            </a:fld>
            <a:endParaRPr lang="en-US"/>
          </a:p>
        </p:txBody>
      </p:sp>
      <p:sp>
        <p:nvSpPr>
          <p:cNvPr id="4" name="Footer Placeholder 3"/>
          <p:cNvSpPr>
            <a:spLocks noGrp="1"/>
          </p:cNvSpPr>
          <p:nvPr>
            <p:ph type="ftr" sz="quarter" idx="11"/>
            <p:custDataLst>
              <p:tags r:id="rId3"/>
            </p:custDataLst>
          </p:nvPr>
        </p:nvSpPr>
        <p:spPr/>
        <p:txBody>
          <a:bodyPr/>
          <a:lstStyle/>
          <a:p>
            <a:endParaRPr lang="en-US"/>
          </a:p>
        </p:txBody>
      </p:sp>
      <p:sp>
        <p:nvSpPr>
          <p:cNvPr id="5" name="Slide Number Placeholder 4"/>
          <p:cNvSpPr>
            <a:spLocks noGrp="1"/>
          </p:cNvSpPr>
          <p:nvPr>
            <p:ph type="sldNum" sz="quarter" idx="12"/>
            <p:custDataLst>
              <p:tags r:id="rId4"/>
            </p:custDataLst>
          </p:nvPr>
        </p:nvSpPr>
        <p:spPr/>
        <p:txBody>
          <a:bodyPr/>
          <a:lstStyle/>
          <a:p>
            <a:fld id="{49AE70B2-8BF9-45C0-BB95-33D1B9D3A854}" type="slidenum">
              <a:rPr lang="en-US" smtClean="0"/>
            </a:fld>
            <a:endParaRPr lang="en-US"/>
          </a:p>
        </p:txBody>
      </p:sp>
      <p:sp>
        <p:nvSpPr>
          <p:cNvPr id="2" name="Title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en-US" smtClean="0"/>
              <a:t>Click to edit title</a:t>
            </a:r>
            <a:endParaRPr lang="en-US"/>
          </a:p>
        </p:txBody>
      </p:sp>
      <p:sp>
        <p:nvSpPr>
          <p:cNvPr id="7" name="Text Placeholder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en-US" dirty="0"/>
              <a:t>Click to edit Master text styles</a:t>
            </a:r>
            <a:endParaRPr lang="en-US" dirty="0"/>
          </a:p>
        </p:txBody>
      </p:sp>
    </p:spTree>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9" Type="http://schemas.openxmlformats.org/officeDocument/2006/relationships/theme" Target="../theme/theme1.xml"/><Relationship Id="rId18" Type="http://schemas.openxmlformats.org/officeDocument/2006/relationships/tags" Target="../tags/tag62.xml"/><Relationship Id="rId17" Type="http://schemas.openxmlformats.org/officeDocument/2006/relationships/tags" Target="../tags/tag61.xml"/><Relationship Id="rId16" Type="http://schemas.openxmlformats.org/officeDocument/2006/relationships/tags" Target="../tags/tag60.xml"/><Relationship Id="rId15" Type="http://schemas.openxmlformats.org/officeDocument/2006/relationships/tags" Target="../tags/tag59.xml"/><Relationship Id="rId14" Type="http://schemas.openxmlformats.org/officeDocument/2006/relationships/tags" Target="../tags/tag58.xml"/><Relationship Id="rId13" Type="http://schemas.openxmlformats.org/officeDocument/2006/relationships/tags" Target="../tags/tag57.xml"/><Relationship Id="rId12" Type="http://schemas.openxmlformats.org/officeDocument/2006/relationships/image" Target="../media/image3.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custDataLst>
              <p:tags r:id="rId13"/>
            </p:custDataLst>
          </p:nvPr>
        </p:nvSpPr>
        <p:spPr>
          <a:xfrm>
            <a:off x="608400" y="608400"/>
            <a:ext cx="10969200" cy="705600"/>
          </a:xfrm>
          <a:prstGeom prst="rect">
            <a:avLst/>
          </a:prstGeom>
        </p:spPr>
        <p:txBody>
          <a:bodyPr vert="horz" lIns="90170" tIns="46990" rIns="90170" bIns="46990" rtlCol="0" anchor="ctr" anchorCtr="0">
            <a:normAutofit/>
          </a:bodyPr>
          <a:lstStyle/>
          <a:p>
            <a:r>
              <a:rPr lang="en-US" dirty="0"/>
              <a:t>Click to edit Master title style</a:t>
            </a:r>
            <a:endParaRPr lang="en-US" dirty="0"/>
          </a:p>
        </p:txBody>
      </p:sp>
      <p:sp>
        <p:nvSpPr>
          <p:cNvPr id="3" name="Text Placeholder 2"/>
          <p:cNvSpPr>
            <a:spLocks noGrp="1"/>
          </p:cNvSpPr>
          <p:nvPr>
            <p:ph type="body" idx="1"/>
            <p:custDataLst>
              <p:tags r:id="rId14"/>
            </p:custDataLst>
          </p:nvPr>
        </p:nvSpPr>
        <p:spPr>
          <a:xfrm>
            <a:off x="608400" y="1490400"/>
            <a:ext cx="10969200" cy="4759200"/>
          </a:xfrm>
          <a:prstGeom prst="rect">
            <a:avLst/>
          </a:prstGeom>
        </p:spPr>
        <p:txBody>
          <a:bodyPr vert="horz" lIns="90000" tIns="46800" rIns="90000" bIns="46800" rtlCol="0">
            <a:normAutofit/>
          </a:bodyPr>
          <a:lstStyle/>
          <a:p>
            <a:pPr lvl="1"/>
            <a:r>
              <a:rPr lang="en-US" dirty="0"/>
              <a:t>Click to edit Master text styles</a:t>
            </a:r>
            <a:endParaRPr lang="en-US" dirty="0"/>
          </a:p>
          <a:p>
            <a:pPr lvl="2"/>
            <a:r>
              <a:rPr lang="en-US" dirty="0"/>
              <a:t>Second level </a:t>
            </a:r>
            <a:endParaRPr lang="en-US" dirty="0"/>
          </a:p>
          <a:p>
            <a:pPr lvl="5"/>
            <a:r>
              <a:rPr lang="en-US" dirty="0"/>
              <a:t>Third level</a:t>
            </a:r>
            <a:endParaRPr lang="en-US" dirty="0"/>
          </a:p>
          <a:p>
            <a:pPr lvl="7"/>
            <a:r>
              <a:rPr lang="en-US" dirty="0"/>
              <a:t>Fourth level</a:t>
            </a:r>
            <a:endParaRPr lang="en-US" dirty="0"/>
          </a:p>
          <a:p>
            <a:pPr lvl="8"/>
            <a:r>
              <a:rPr lang="en-US" dirty="0"/>
              <a:t>Fifth level</a:t>
            </a:r>
            <a:endParaRPr lang="en-US" dirty="0"/>
          </a:p>
        </p:txBody>
      </p:sp>
      <p:sp>
        <p:nvSpPr>
          <p:cNvPr id="4" name="Date Placeholder 3"/>
          <p:cNvSpPr>
            <a:spLocks noGrp="1"/>
          </p:cNvSpPr>
          <p:nvPr>
            <p:ph type="dt" sz="half" idx="2"/>
            <p:custDataLst>
              <p:tags r:id="rId15"/>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en-US" smtClean="0"/>
            </a:fld>
            <a:endParaRPr lang="en-US"/>
          </a:p>
        </p:txBody>
      </p:sp>
      <p:sp>
        <p:nvSpPr>
          <p:cNvPr id="5" name="Footer Placeholder 4"/>
          <p:cNvSpPr>
            <a:spLocks noGrp="1"/>
          </p:cNvSpPr>
          <p:nvPr>
            <p:ph type="ftr" sz="quarter" idx="3"/>
            <p:custDataLst>
              <p:tags r:id="rId16"/>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en-US" dirty="0"/>
          </a:p>
        </p:txBody>
      </p:sp>
      <p:sp>
        <p:nvSpPr>
          <p:cNvPr id="6" name="Slide Number Placeholder 5"/>
          <p:cNvSpPr>
            <a:spLocks noGrp="1"/>
          </p:cNvSpPr>
          <p:nvPr>
            <p:ph type="sldNum" sz="quarter" idx="4"/>
            <p:custDataLst>
              <p:tags r:id="rId17"/>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en-US" smtClean="0"/>
            </a:fld>
            <a:endParaRPr lang="en-US" dirty="0"/>
          </a:p>
        </p:txBody>
      </p:sp>
      <p:sp>
        <p:nvSpPr>
          <p:cNvPr id="7" name="Text Box 6"/>
          <p:cNvSpPr txBox="1"/>
          <p:nvPr userDrawn="1"/>
        </p:nvSpPr>
        <p:spPr>
          <a:xfrm>
            <a:off x="8783320" y="999490"/>
            <a:ext cx="4064000" cy="368300"/>
          </a:xfrm>
          <a:prstGeom prst="rect">
            <a:avLst/>
          </a:prstGeom>
          <a:noFill/>
        </p:spPr>
        <p:txBody>
          <a:bodyPr wrap="square" rtlCol="0">
            <a:spAutoFit/>
          </a:bodyPr>
          <a:p>
            <a:endParaRPr lang="en-US"/>
          </a:p>
        </p:txBody>
      </p:sp>
    </p:spTree>
    <p:custDataLst>
      <p:tags r:id="rId1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hf hdr="0" ftr="0" dt="0"/>
  <p:txStyles>
    <p:titleStyle>
      <a:lvl1pPr algn="l" defTabSz="914400" rtl="0" eaLnBrk="1" fontAlgn="auto" latinLnBrk="0" hangingPunct="1">
        <a:lnSpc>
          <a:spcPct val="100000"/>
        </a:lnSpc>
        <a:spcBef>
          <a:spcPct val="0"/>
        </a:spcBef>
        <a:buNone/>
        <a:defRPr sz="4000" b="1" u="none" strike="noStrike" kern="1200" cap="none" spc="300" normalizeH="0" baseline="0">
          <a:solidFill>
            <a:srgbClr val="996633"/>
          </a:solidFill>
          <a:uFillTx/>
          <a:latin typeface="Times New Roman" panose="02020603050405020304" charset="0"/>
          <a:ea typeface="+mj-ea"/>
          <a:cs typeface="Times New Roman" panose="02020603050405020304" charset="0"/>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3200" b="1" u="none" strike="noStrike" kern="1200" cap="none" spc="150" normalizeH="0" baseline="0">
          <a:solidFill>
            <a:schemeClr val="tx1"/>
          </a:solidFill>
          <a:uFillTx/>
          <a:latin typeface="Times New Roman" panose="02020603050405020304" charset="0"/>
          <a:ea typeface="+mn-ea"/>
          <a:cs typeface="Times New Roman" panose="02020603050405020304" charset="0"/>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3200" u="none" strike="noStrike" kern="1200" cap="none" spc="150" normalizeH="0" baseline="0">
          <a:solidFill>
            <a:schemeClr val="tx1"/>
          </a:solidFill>
          <a:uFillTx/>
          <a:latin typeface="Times New Roman" panose="02020603050405020304" charset="0"/>
          <a:ea typeface="+mn-ea"/>
          <a:cs typeface="Times New Roman" panose="02020603050405020304" charset="0"/>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2800" u="none" strike="noStrike" kern="1200" cap="none" spc="150" normalizeH="0" baseline="0">
          <a:solidFill>
            <a:schemeClr val="tx1"/>
          </a:solidFill>
          <a:uFillTx/>
          <a:latin typeface="Times New Roman" panose="02020603050405020304" charset="0"/>
          <a:ea typeface="+mn-ea"/>
          <a:cs typeface="Times New Roman" panose="02020603050405020304" charset="0"/>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Times New Roman" panose="02020603050405020304" charset="0"/>
          <a:ea typeface="+mn-ea"/>
          <a:cs typeface="Times New Roman" panose="02020603050405020304" charset="0"/>
        </a:defRPr>
      </a:lvl4pPr>
      <a:lvl5pPr marL="2171700" indent="-342900" algn="l" defTabSz="914400" rtl="0" eaLnBrk="1" fontAlgn="auto" latinLnBrk="0" hangingPunct="1">
        <a:lnSpc>
          <a:spcPct val="120000"/>
        </a:lnSpc>
        <a:spcBef>
          <a:spcPts val="0"/>
        </a:spcBef>
        <a:spcAft>
          <a:spcPts val="300"/>
        </a:spcAft>
        <a:buFont typeface="Arial" panose="020B0604020202020204" pitchFamily="34" charset="0"/>
        <a:buChar char="+"/>
        <a:defRPr sz="2400" u="none" strike="noStrike" kern="1200" cap="none" spc="150" normalizeH="0" baseline="0">
          <a:solidFill>
            <a:schemeClr val="tx1"/>
          </a:solidFill>
          <a:uFillTx/>
          <a:latin typeface="Times New Roman" panose="02020603050405020304" charset="0"/>
          <a:ea typeface="+mn-ea"/>
          <a:cs typeface="Times New Roman" panose="02020603050405020304" charset="0"/>
        </a:defRPr>
      </a:lvl5pPr>
      <a:lvl6pPr marL="2628900" indent="-342900" algn="l" defTabSz="914400" rtl="0" eaLnBrk="1" latinLnBrk="0" hangingPunct="1">
        <a:lnSpc>
          <a:spcPct val="90000"/>
        </a:lnSpc>
        <a:spcBef>
          <a:spcPts val="500"/>
        </a:spcBef>
        <a:buFont typeface="Segoe UI" panose="020B0502040204020203" charset="0"/>
        <a:buChar char="+"/>
        <a:defRPr sz="2400" kern="1200">
          <a:solidFill>
            <a:schemeClr val="tx1"/>
          </a:solidFill>
          <a:latin typeface="Times New Roman" panose="02020603050405020304" charset="0"/>
          <a:ea typeface="+mn-ea"/>
          <a:cs typeface="Times New Roman" panose="02020603050405020304" charset="0"/>
        </a:defRPr>
      </a:lvl6pPr>
      <a:lvl7pPr marL="2743200" indent="0" algn="l" defTabSz="914400" rtl="0" eaLnBrk="1" latinLnBrk="0" hangingPunct="1">
        <a:lnSpc>
          <a:spcPct val="90000"/>
        </a:lnSpc>
        <a:spcBef>
          <a:spcPts val="500"/>
        </a:spcBef>
        <a:buFont typeface="Wingdings" panose="05000000000000000000" charset="0"/>
        <a:buChar char="§"/>
        <a:defRPr sz="2200" kern="1200">
          <a:solidFill>
            <a:schemeClr val="tx1"/>
          </a:solidFill>
          <a:latin typeface="Times New Roman" panose="02020603050405020304" charset="0"/>
          <a:ea typeface="+mn-ea"/>
          <a:cs typeface="Times New Roman" panose="02020603050405020304" charset="0"/>
        </a:defRPr>
      </a:lvl7pPr>
      <a:lvl8pPr marL="3200400" indent="0" algn="l" defTabSz="914400" rtl="0" eaLnBrk="1" latinLnBrk="0" hangingPunct="1">
        <a:lnSpc>
          <a:spcPct val="90000"/>
        </a:lnSpc>
        <a:spcBef>
          <a:spcPts val="500"/>
        </a:spcBef>
        <a:buFont typeface="Wingdings" panose="05000000000000000000" charset="0"/>
        <a:buChar char="§"/>
        <a:defRPr sz="2200" kern="1200">
          <a:solidFill>
            <a:schemeClr val="tx1"/>
          </a:solidFill>
          <a:latin typeface="Times New Roman" panose="02020603050405020304" charset="0"/>
          <a:ea typeface="+mn-ea"/>
          <a:cs typeface="Times New Roman" panose="02020603050405020304" charset="0"/>
        </a:defRPr>
      </a:lvl8pPr>
      <a:lvl9pPr marL="3886200" indent="-228600" algn="l" defTabSz="914400" rtl="0" eaLnBrk="1" latinLnBrk="0" hangingPunct="1">
        <a:lnSpc>
          <a:spcPct val="90000"/>
        </a:lnSpc>
        <a:spcBef>
          <a:spcPts val="500"/>
        </a:spcBef>
        <a:buFont typeface="Wingdings" panose="05000000000000000000" charset="0"/>
        <a:buChar char="ü"/>
        <a:defRPr sz="2000" kern="1200">
          <a:solidFill>
            <a:schemeClr val="tx1"/>
          </a:solidFill>
          <a:latin typeface="Times New Roman" panose="02020603050405020304" charset="0"/>
          <a:ea typeface="+mn-ea"/>
          <a:cs typeface="Times New Roman" panose="0202060305040502030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1.xml"/><Relationship Id="rId3" Type="http://schemas.openxmlformats.org/officeDocument/2006/relationships/slide" Target="slide7.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4.xml"/><Relationship Id="rId3" Type="http://schemas.openxmlformats.org/officeDocument/2006/relationships/slide" Target="slide8.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79.xml"/><Relationship Id="rId1" Type="http://schemas.openxmlformats.org/officeDocument/2006/relationships/tags" Target="../tags/tag78.xml"/></Relationships>
</file>

<file path=ppt/slides/_rels/slide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2.xml"/><Relationship Id="rId3" Type="http://schemas.openxmlformats.org/officeDocument/2006/relationships/slide" Target="slide3.xml"/><Relationship Id="rId2" Type="http://schemas.openxmlformats.org/officeDocument/2006/relationships/tags" Target="../tags/tag81.xml"/><Relationship Id="rId1" Type="http://schemas.openxmlformats.org/officeDocument/2006/relationships/tags" Target="../tags/tag80.xml"/></Relationships>
</file>

<file path=ppt/slides/_rels/slide8.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86.xml"/><Relationship Id="rId4" Type="http://schemas.openxmlformats.org/officeDocument/2006/relationships/slide" Target="slide4.xml"/><Relationship Id="rId3" Type="http://schemas.openxmlformats.org/officeDocument/2006/relationships/tags" Target="../tags/tag85.xml"/><Relationship Id="rId2" Type="http://schemas.openxmlformats.org/officeDocument/2006/relationships/tags" Target="../tags/tag84.xml"/><Relationship Id="rId1" Type="http://schemas.openxmlformats.org/officeDocument/2006/relationships/tags" Target="../tags/tag8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custDataLst>
              <p:tags r:id="rId1"/>
            </p:custDataLst>
          </p:nvPr>
        </p:nvSpPr>
        <p:spPr/>
        <p:txBody>
          <a:bodyPr/>
          <a:p>
            <a:r>
              <a:rPr lang="en-US"/>
              <a:t>BỐ CỤC MỘT BÀI THUYẾT TRÌNH</a:t>
            </a:r>
            <a:endParaRPr lang="en-US"/>
          </a:p>
        </p:txBody>
      </p:sp>
      <p:sp>
        <p:nvSpPr>
          <p:cNvPr id="3" name="Subtitle 2"/>
          <p:cNvSpPr>
            <a:spLocks noGrp="1"/>
          </p:cNvSpPr>
          <p:nvPr>
            <p:ph type="subTitle" idx="1"/>
            <p:custDataLst>
              <p:tags r:id="rId2"/>
            </p:custDataLst>
          </p:nvPr>
        </p:nvSpPr>
        <p:spPr/>
        <p:txBody>
          <a:bodyPr/>
          <a:p>
            <a:r>
              <a:rPr lang="en-US"/>
              <a:t>ThS. Họ và Tên</a:t>
            </a:r>
            <a:endParaRPr lang="en-US"/>
          </a:p>
          <a:p>
            <a:endParaRPr lang="en-US"/>
          </a:p>
        </p:txBody>
      </p:sp>
      <p:sp>
        <p:nvSpPr>
          <p:cNvPr id="8" name="Slide Number Placeholder 7"/>
          <p:cNvSpPr>
            <a:spLocks noGrp="1"/>
          </p:cNvSpPr>
          <p:nvPr>
            <p:ph type="sldNum" sz="quarter" idx="12"/>
          </p:nvPr>
        </p:nvSpPr>
        <p:spPr/>
        <p:txBody>
          <a:bodyPr/>
          <a:p>
            <a:pPr algn="r"/>
            <a:r>
              <a:rPr lang="en-US" sz="1600" b="1" smtClean="0">
                <a:latin typeface="Times New Roman" panose="02020603050405020304" charset="0"/>
                <a:cs typeface="Times New Roman" panose="02020603050405020304" charset="0"/>
              </a:rPr>
              <a:t>1</a:t>
            </a:r>
            <a:endParaRPr lang="en-US" dirty="0"/>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2000">
        <p14:ripp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608330" y="1496060"/>
            <a:ext cx="10968355" cy="958215"/>
          </a:xfrm>
        </p:spPr>
        <p:txBody>
          <a:bodyPr>
            <a:normAutofit/>
          </a:bodyPr>
          <a:p>
            <a:r>
              <a:rPr lang="en-US"/>
              <a:t>Giới thiệu</a:t>
            </a:r>
            <a:endParaRPr lang="en-US"/>
          </a:p>
        </p:txBody>
      </p:sp>
      <p:sp>
        <p:nvSpPr>
          <p:cNvPr id="5" name="Content Placeholder 4"/>
          <p:cNvSpPr>
            <a:spLocks noGrp="1"/>
          </p:cNvSpPr>
          <p:nvPr>
            <p:ph idx="1"/>
            <p:custDataLst>
              <p:tags r:id="rId2"/>
            </p:custDataLst>
          </p:nvPr>
        </p:nvSpPr>
        <p:spPr>
          <a:xfrm>
            <a:off x="86360" y="2454910"/>
            <a:ext cx="9185910" cy="3543935"/>
          </a:xfrm>
        </p:spPr>
        <p:txBody>
          <a:bodyPr>
            <a:normAutofit fontScale="90000"/>
          </a:bodyPr>
          <a:p>
            <a:pPr lvl="1"/>
            <a:r>
              <a:rPr lang="en-US"/>
              <a:t>Phần mở đầu</a:t>
            </a:r>
            <a:endParaRPr lang="en-US"/>
          </a:p>
          <a:p>
            <a:pPr lvl="2"/>
            <a:r>
              <a:rPr lang="en-US"/>
              <a:t>Cần đạt được mục tiêu</a:t>
            </a:r>
            <a:endParaRPr lang="en-US"/>
          </a:p>
          <a:p>
            <a:pPr lvl="1"/>
            <a:r>
              <a:rPr lang="en-US"/>
              <a:t>Phần chính	</a:t>
            </a:r>
            <a:endParaRPr lang="en-US"/>
          </a:p>
          <a:p>
            <a:pPr lvl="2"/>
            <a:r>
              <a:rPr lang="en-US"/>
              <a:t>Đưa ra giải pháp, ý kiến</a:t>
            </a:r>
            <a:endParaRPr lang="en-US"/>
          </a:p>
          <a:p>
            <a:pPr lvl="1"/>
            <a:r>
              <a:rPr lang="en-US"/>
              <a:t>Phần kết</a:t>
            </a:r>
            <a:endParaRPr lang="en-US"/>
          </a:p>
          <a:p>
            <a:pPr lvl="2"/>
            <a:r>
              <a:rPr lang="en-US"/>
              <a:t>Tóm tắt các nội dung đã được trình bai</a:t>
            </a:r>
            <a:endParaRPr lang="en-US"/>
          </a:p>
        </p:txBody>
      </p:sp>
      <p:sp>
        <p:nvSpPr>
          <p:cNvPr id="6" name="Slide Number Placeholder 5"/>
          <p:cNvSpPr>
            <a:spLocks noGrp="1"/>
          </p:cNvSpPr>
          <p:nvPr>
            <p:ph type="sldNum" sz="quarter" idx="12"/>
          </p:nvPr>
        </p:nvSpPr>
        <p:spPr/>
        <p:txBody>
          <a:bodyPr/>
          <a:p>
            <a:r>
              <a:rPr lang="en-US"/>
              <a:t>2</a:t>
            </a:r>
            <a:endParaRPr 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000">
        <p:wipe/>
      </p:transition>
    </mc:Choice>
    <mc:Fallback>
      <p:transition spd="slow">
        <p:wip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Phần mở đầu</a:t>
            </a:r>
            <a:endParaRPr lang="en-US"/>
          </a:p>
        </p:txBody>
      </p:sp>
      <p:sp>
        <p:nvSpPr>
          <p:cNvPr id="3" name="Content Placeholder 2"/>
          <p:cNvSpPr>
            <a:spLocks noGrp="1"/>
          </p:cNvSpPr>
          <p:nvPr>
            <p:ph idx="1"/>
            <p:custDataLst>
              <p:tags r:id="rId2"/>
            </p:custDataLst>
          </p:nvPr>
        </p:nvSpPr>
        <p:spPr/>
        <p:txBody>
          <a:bodyPr>
            <a:normAutofit fontScale="90000" lnSpcReduction="20000"/>
          </a:bodyPr>
          <a:p>
            <a:pPr lvl="1"/>
            <a:r>
              <a:rPr lang="en-US"/>
              <a:t>Thu hút sự chú ý của người nghe</a:t>
            </a:r>
            <a:endParaRPr lang="en-US"/>
          </a:p>
          <a:p>
            <a:pPr lvl="2"/>
            <a:r>
              <a:rPr lang="en-US">
                <a:hlinkClick r:id="rId3" action="ppaction://hlinksldjump"/>
              </a:rPr>
              <a:t>Sử dụng một đoạn trích dẫn</a:t>
            </a:r>
            <a:endParaRPr lang="en-US"/>
          </a:p>
          <a:p>
            <a:pPr lvl="2"/>
            <a:r>
              <a:rPr lang="en-US"/>
              <a:t>Một câu hỏi</a:t>
            </a:r>
            <a:endParaRPr lang="en-US"/>
          </a:p>
          <a:p>
            <a:pPr lvl="2"/>
            <a:r>
              <a:rPr lang="en-US"/>
              <a:t>Một lời hứa</a:t>
            </a:r>
            <a:endParaRPr lang="en-US"/>
          </a:p>
          <a:p>
            <a:pPr lvl="2"/>
            <a:r>
              <a:rPr lang="en-US"/>
              <a:t>Thậm chhis làm mọi người phải hoạt động</a:t>
            </a:r>
            <a:endParaRPr lang="en-US"/>
          </a:p>
          <a:p>
            <a:pPr lvl="1"/>
            <a:r>
              <a:rPr lang="en-US"/>
              <a:t>Tóm lượt các nội dung liên quan</a:t>
            </a:r>
            <a:endParaRPr lang="en-US"/>
          </a:p>
          <a:p>
            <a:pPr lvl="2"/>
            <a:r>
              <a:rPr lang="en-US"/>
              <a:t>Đã được trình bài</a:t>
            </a:r>
            <a:endParaRPr lang="en-US"/>
          </a:p>
          <a:p>
            <a:pPr lvl="2"/>
            <a:r>
              <a:rPr lang="en-US"/>
              <a:t>Được đa số người nghe biết rõ</a:t>
            </a:r>
            <a:endParaRPr lang="en-US"/>
          </a:p>
        </p:txBody>
      </p:sp>
      <p:sp>
        <p:nvSpPr>
          <p:cNvPr id="5" name="Slide Number Placeholder 4"/>
          <p:cNvSpPr>
            <a:spLocks noGrp="1"/>
          </p:cNvSpPr>
          <p:nvPr>
            <p:ph type="sldNum" sz="quarter" idx="12"/>
          </p:nvPr>
        </p:nvSpPr>
        <p:spPr/>
        <p:txBody>
          <a:bodyPr/>
          <a:p>
            <a:r>
              <a:rPr lang="en-US"/>
              <a:t>3</a:t>
            </a:r>
            <a:endParaRPr 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Phần chính</a:t>
            </a:r>
            <a:endParaRPr lang="en-US"/>
          </a:p>
        </p:txBody>
      </p:sp>
      <p:sp>
        <p:nvSpPr>
          <p:cNvPr id="3" name="Content Placeholder 2"/>
          <p:cNvSpPr>
            <a:spLocks noGrp="1"/>
          </p:cNvSpPr>
          <p:nvPr>
            <p:ph idx="1"/>
            <p:custDataLst>
              <p:tags r:id="rId2"/>
            </p:custDataLst>
          </p:nvPr>
        </p:nvSpPr>
        <p:spPr>
          <a:xfrm>
            <a:off x="143510" y="2301240"/>
            <a:ext cx="11288395" cy="3870960"/>
          </a:xfrm>
        </p:spPr>
        <p:txBody>
          <a:bodyPr/>
          <a:p>
            <a:pPr lvl="1"/>
            <a:r>
              <a:rPr lang="en-US"/>
              <a:t>Phần chính với các nội dung</a:t>
            </a:r>
            <a:endParaRPr lang="en-US"/>
          </a:p>
          <a:p>
            <a:pPr lvl="2"/>
            <a:r>
              <a:rPr lang="en-US"/>
              <a:t>Vấn đè giải quyết, yêu cầu công việc</a:t>
            </a:r>
            <a:endParaRPr lang="en-US"/>
          </a:p>
          <a:p>
            <a:pPr lvl="2"/>
            <a:r>
              <a:rPr lang="en-US"/>
              <a:t>Ý tưởng và giải pháp</a:t>
            </a:r>
            <a:endParaRPr lang="en-US"/>
          </a:p>
          <a:p>
            <a:pPr lvl="2"/>
            <a:r>
              <a:rPr lang="en-US">
                <a:hlinkClick r:id="rId3" action="ppaction://hlinksldjump"/>
              </a:rPr>
              <a:t>Cung cấp ví dụ chứng minh</a:t>
            </a:r>
            <a:endParaRPr lang="en-US"/>
          </a:p>
          <a:p>
            <a:pPr lvl="2"/>
            <a:r>
              <a:rPr lang="en-US"/>
              <a:t>Lợi ít khi áp dụng giải pháp</a:t>
            </a:r>
            <a:endParaRPr lang="en-US"/>
          </a:p>
          <a:p>
            <a:pPr lvl="2"/>
            <a:r>
              <a:rPr lang="en-US"/>
              <a:t>Chương trình hành động/các việc làm cụ thể</a:t>
            </a:r>
            <a:endParaRPr lang="en-US"/>
          </a:p>
        </p:txBody>
      </p:sp>
      <p:sp>
        <p:nvSpPr>
          <p:cNvPr id="4" name="Slide Number Placeholder 3"/>
          <p:cNvSpPr>
            <a:spLocks noGrp="1"/>
          </p:cNvSpPr>
          <p:nvPr>
            <p:ph type="sldNum" sz="quarter" idx="12"/>
          </p:nvPr>
        </p:nvSpPr>
        <p:spPr/>
        <p:txBody>
          <a:bodyPr/>
          <a:p>
            <a:r>
              <a:rPr lang="en-US"/>
              <a:t>4</a:t>
            </a:r>
            <a:endParaRPr 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med" p14:dur="750">
        <p:newsflash/>
      </p:transition>
    </mc:Choice>
    <mc:Fallback>
      <p:transition spd="med">
        <p:newsflash/>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p:txBody>
          <a:bodyPr/>
          <a:p>
            <a:r>
              <a:rPr lang="en-US"/>
              <a:t>Phần kết</a:t>
            </a:r>
            <a:endParaRPr lang="en-US"/>
          </a:p>
        </p:txBody>
      </p:sp>
      <p:sp>
        <p:nvSpPr>
          <p:cNvPr id="3" name="Content Placeholder 2"/>
          <p:cNvSpPr>
            <a:spLocks noGrp="1"/>
          </p:cNvSpPr>
          <p:nvPr>
            <p:ph idx="1"/>
            <p:custDataLst>
              <p:tags r:id="rId2"/>
            </p:custDataLst>
          </p:nvPr>
        </p:nvSpPr>
        <p:spPr>
          <a:xfrm>
            <a:off x="-635" y="2301240"/>
            <a:ext cx="11432540" cy="3870960"/>
          </a:xfrm>
        </p:spPr>
        <p:txBody>
          <a:bodyPr/>
          <a:p>
            <a:pPr lvl="1"/>
            <a:r>
              <a:rPr lang="en-US"/>
              <a:t>Tóm tắt</a:t>
            </a:r>
            <a:endParaRPr lang="en-US"/>
          </a:p>
          <a:p>
            <a:pPr lvl="1"/>
            <a:r>
              <a:rPr lang="en-US"/>
              <a:t>Kết luận cuối cùng</a:t>
            </a:r>
            <a:endParaRPr lang="en-US"/>
          </a:p>
          <a:p>
            <a:pPr lvl="2"/>
            <a:r>
              <a:rPr lang="en-US"/>
              <a:t>Liệu còn điều gì bạn muốn người nghe ghi nhớ?</a:t>
            </a:r>
            <a:endParaRPr lang="en-US"/>
          </a:p>
        </p:txBody>
      </p:sp>
      <p:sp>
        <p:nvSpPr>
          <p:cNvPr id="4" name="Slide Number Placeholder 3"/>
          <p:cNvSpPr>
            <a:spLocks noGrp="1"/>
          </p:cNvSpPr>
          <p:nvPr>
            <p:ph type="sldNum" sz="quarter" idx="12"/>
          </p:nvPr>
        </p:nvSpPr>
        <p:spPr/>
        <p:txBody>
          <a:bodyPr/>
          <a:p>
            <a:r>
              <a:rPr lang="en-US"/>
              <a:t>5</a:t>
            </a:r>
            <a:endParaRPr lang="en-US"/>
          </a:p>
        </p:txBody>
      </p:sp>
    </p:spTree>
    <p:custDataLst>
      <p:tags r:id="rId3"/>
    </p:custDataLst>
  </p:cSld>
  <p:clrMapOvr>
    <a:masterClrMapping/>
  </p:clrMapOvr>
  <mc:AlternateContent xmlns:mc="http://schemas.openxmlformats.org/markup-compatibility/2006">
    <mc:Choice xmlns:p14="http://schemas.microsoft.com/office/powerpoint/2010/main" Requires="p14">
      <p:transition spd="slow" p14:dur="1000">
        <p:wheel spokes="8"/>
      </p:transition>
    </mc:Choice>
    <mc:Fallback>
      <p:transition spd="slow">
        <p:wheel spokes="8"/>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p:cNvSpPr>
          <p:nvPr>
            <p:ph type="title"/>
            <p:custDataLst>
              <p:tags r:id="rId1"/>
            </p:custDataLst>
          </p:nvPr>
        </p:nvSpPr>
        <p:spPr>
          <a:xfrm>
            <a:off x="591185" y="3061335"/>
            <a:ext cx="11009630" cy="735330"/>
          </a:xfrm>
        </p:spPr>
        <p:txBody>
          <a:bodyPr/>
          <a:p>
            <a:pPr algn="ctr"/>
            <a:r>
              <a:rPr lang="en-US"/>
              <a:t>Cám ơn sự chú ý của quý vị</a:t>
            </a:r>
            <a:endParaRPr lang="en-US"/>
          </a:p>
        </p:txBody>
      </p:sp>
      <p:sp>
        <p:nvSpPr>
          <p:cNvPr id="6" name="Slide Number Placeholder 5"/>
          <p:cNvSpPr>
            <a:spLocks noGrp="1"/>
          </p:cNvSpPr>
          <p:nvPr>
            <p:ph type="sldNum" sz="quarter" idx="12"/>
          </p:nvPr>
        </p:nvSpPr>
        <p:spPr>
          <a:xfrm>
            <a:off x="8877300" y="6179820"/>
            <a:ext cx="2722880" cy="294005"/>
          </a:xfrm>
        </p:spPr>
        <p:txBody>
          <a:bodyPr>
            <a:noAutofit/>
          </a:bodyPr>
          <a:p>
            <a:r>
              <a:rPr lang="en-US" sz="1600"/>
              <a:t>6</a:t>
            </a:r>
            <a:endParaRPr lang="en-US" sz="1600"/>
          </a:p>
        </p:txBody>
      </p:sp>
    </p:spTree>
    <p:custDataLst>
      <p:tags r:id="rId2"/>
    </p:custDataLst>
  </p:cSld>
  <p:clrMapOvr>
    <a:masterClrMapping/>
  </p:clrMapOvr>
  <mc:AlternateContent xmlns:mc="http://schemas.openxmlformats.org/markup-compatibility/2006">
    <mc:Choice xmlns:p14="http://schemas.microsoft.com/office/powerpoint/2010/main" Requires="p14">
      <p:transition spd="slow" p14:dur="1200">
        <p:dissolve/>
      </p:transition>
    </mc:Choice>
    <mc:Fallback>
      <p:transition spd="slow">
        <p:dissolv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itle 2"/>
          <p:cNvSpPr>
            <a:spLocks noGrp="1"/>
          </p:cNvSpPr>
          <p:nvPr>
            <p:ph type="title"/>
            <p:custDataLst>
              <p:tags r:id="rId1"/>
            </p:custDataLst>
          </p:nvPr>
        </p:nvSpPr>
        <p:spPr/>
        <p:txBody>
          <a:bodyPr>
            <a:normAutofit fontScale="90000"/>
          </a:bodyPr>
          <a:p>
            <a:r>
              <a:rPr lang="en-US"/>
              <a:t>Ví dụ: sử dụng một đoạn trích dẫn giới thiệu</a:t>
            </a:r>
            <a:endParaRPr lang="en-US"/>
          </a:p>
        </p:txBody>
      </p:sp>
      <p:sp>
        <p:nvSpPr>
          <p:cNvPr id="4" name="Content Placeholder 3"/>
          <p:cNvSpPr>
            <a:spLocks noGrp="1"/>
          </p:cNvSpPr>
          <p:nvPr>
            <p:ph idx="1"/>
            <p:custDataLst>
              <p:tags r:id="rId2"/>
            </p:custDataLst>
          </p:nvPr>
        </p:nvSpPr>
        <p:spPr>
          <a:xfrm>
            <a:off x="290830" y="2369820"/>
            <a:ext cx="8837930" cy="3802380"/>
          </a:xfrm>
        </p:spPr>
        <p:txBody>
          <a:bodyPr>
            <a:normAutofit fontScale="70000"/>
          </a:bodyPr>
          <a:p>
            <a:pPr lvl="1"/>
            <a:r>
              <a:rPr lang="en-US"/>
              <a:t>Ví dụ:</a:t>
            </a:r>
            <a:r>
              <a:rPr lang="en-US" altLang="en-US"/>
              <a:t>Ta có thể phát biểu trích dẫn lợi ích khi học ngành công nghệ thông tin</a:t>
            </a:r>
            <a:endParaRPr lang="en-US" altLang="en-US"/>
          </a:p>
          <a:p>
            <a:pPr marL="457200" lvl="1" indent="0">
              <a:buNone/>
            </a:pPr>
            <a:r>
              <a:rPr lang="en-US" altLang="en-US"/>
              <a:t> "Hàng n</a:t>
            </a:r>
            <a:r>
              <a:rPr lang="en-US" altLang="en-US"/>
              <a:t>ă</a:t>
            </a:r>
            <a:r>
              <a:rPr lang="en-US" altLang="en-US"/>
              <a:t>m, công nghệ mới luôn </a:t>
            </a:r>
            <a:r>
              <a:rPr lang="en-US" altLang="en-US"/>
              <a:t>đư</a:t>
            </a:r>
            <a:r>
              <a:rPr lang="en-US" altLang="en-US"/>
              <a:t>ợc phát triển và thể hiện tầm quan trọng của nó </a:t>
            </a:r>
            <a:r>
              <a:rPr lang="en-US" altLang="en-US"/>
              <a:t>đ</a:t>
            </a:r>
            <a:r>
              <a:rPr lang="en-US" altLang="en-US"/>
              <a:t>ối với cuộc sống. Các doanh nghiệp c</a:t>
            </a:r>
            <a:r>
              <a:rPr lang="en-US" altLang="en-US"/>
              <a:t>ũ</a:t>
            </a:r>
            <a:r>
              <a:rPr lang="en-US" altLang="en-US"/>
              <a:t>ng thay </a:t>
            </a:r>
            <a:r>
              <a:rPr lang="en-US" altLang="en-US"/>
              <a:t>đ</a:t>
            </a:r>
            <a:r>
              <a:rPr lang="en-US" altLang="en-US"/>
              <a:t>ổi theo h</a:t>
            </a:r>
            <a:r>
              <a:rPr lang="en-US" altLang="en-US"/>
              <a:t>ư</a:t>
            </a:r>
            <a:r>
              <a:rPr lang="en-US" altLang="en-US"/>
              <a:t>ớng cập nhật công nghệ thông tin và yêu cầu sự thay </a:t>
            </a:r>
            <a:r>
              <a:rPr lang="en-US" altLang="en-US"/>
              <a:t>đ</a:t>
            </a:r>
            <a:r>
              <a:rPr lang="en-US" altLang="en-US"/>
              <a:t>ổi về nhân sự giỏi công nghệ. Ngành học CNTT </a:t>
            </a:r>
            <a:r>
              <a:rPr lang="en-US" altLang="en-US"/>
              <a:t>đư</a:t>
            </a:r>
            <a:r>
              <a:rPr lang="en-US" altLang="en-US"/>
              <a:t>ợc coi là l</a:t>
            </a:r>
            <a:r>
              <a:rPr lang="en-US" altLang="en-US"/>
              <a:t>ĩ</a:t>
            </a:r>
            <a:r>
              <a:rPr lang="en-US" altLang="en-US"/>
              <a:t>nh vực ngày một phát triển và trở nên hữu ích cho các bạn muốn xây dựng sự nghiệp với ngành này. Vậy những lợi ích khi học ngành CNTT là gì?"</a:t>
            </a:r>
            <a:endParaRPr lang="en-US" altLang="en-US"/>
          </a:p>
        </p:txBody>
      </p:sp>
      <p:sp>
        <p:nvSpPr>
          <p:cNvPr id="5" name="U-Turn Arrow 4">
            <a:hlinkClick r:id="rId3" action="ppaction://hlinksldjump"/>
          </p:cNvPr>
          <p:cNvSpPr/>
          <p:nvPr/>
        </p:nvSpPr>
        <p:spPr>
          <a:xfrm flipV="1">
            <a:off x="5201920" y="6240145"/>
            <a:ext cx="443865" cy="421640"/>
          </a:xfrm>
          <a:prstGeom prst="uturnArrow">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7" name="Slide Number Placeholder 6"/>
          <p:cNvSpPr>
            <a:spLocks noGrp="1"/>
          </p:cNvSpPr>
          <p:nvPr>
            <p:ph type="sldNum" sz="quarter" idx="12"/>
          </p:nvPr>
        </p:nvSpPr>
        <p:spPr/>
        <p:txBody>
          <a:bodyPr/>
          <a:p>
            <a:r>
              <a:rPr lang="en-US"/>
              <a:t>7</a:t>
            </a:r>
            <a:endParaRPr lang="en-US"/>
          </a:p>
        </p:txBody>
      </p:sp>
    </p:spTree>
    <p:custDataLst>
      <p:tags r:id="rId4"/>
    </p:custDataLst>
  </p:cSld>
  <p:clrMapOvr>
    <a:masterClrMapping/>
  </p:clrMapOvr>
  <mc:AlternateContent xmlns:mc="http://schemas.openxmlformats.org/markup-compatibility/2006">
    <mc:Choice xmlns:p14="http://schemas.microsoft.com/office/powerpoint/2010/main" Requires="p14">
      <p:transition spd="slow" p14:dur="1000">
        <p14:rippl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custDataLst>
              <p:tags r:id="rId1"/>
            </p:custDataLst>
          </p:nvPr>
        </p:nvSpPr>
        <p:spPr>
          <a:xfrm>
            <a:off x="611505" y="1496060"/>
            <a:ext cx="10968355" cy="805180"/>
          </a:xfrm>
        </p:spPr>
        <p:txBody>
          <a:bodyPr/>
          <a:p>
            <a:r>
              <a:rPr lang="en-US"/>
              <a:t>Ví dụ minh chứng một vấn đề</a:t>
            </a:r>
            <a:endParaRPr lang="en-US"/>
          </a:p>
        </p:txBody>
      </p:sp>
      <p:sp>
        <p:nvSpPr>
          <p:cNvPr id="3" name="Content Placeholder 2"/>
          <p:cNvSpPr>
            <a:spLocks noGrp="1"/>
          </p:cNvSpPr>
          <p:nvPr>
            <p:ph idx="1"/>
            <p:custDataLst>
              <p:tags r:id="rId2"/>
            </p:custDataLst>
          </p:nvPr>
        </p:nvSpPr>
        <p:spPr/>
        <p:txBody>
          <a:bodyPr/>
          <a:p>
            <a:pPr lvl="1"/>
            <a:r>
              <a:rPr lang="en-US"/>
              <a:t>Bảng thống kê kết quả tuyển sinh 2020</a:t>
            </a:r>
            <a:endParaRPr lang="en-US"/>
          </a:p>
          <a:p>
            <a:pPr marL="457200" lvl="1" indent="0">
              <a:buNone/>
            </a:pPr>
            <a:endParaRPr lang="en-US"/>
          </a:p>
        </p:txBody>
      </p:sp>
      <p:graphicFrame>
        <p:nvGraphicFramePr>
          <p:cNvPr id="4" name="Table 3"/>
          <p:cNvGraphicFramePr/>
          <p:nvPr>
            <p:custDataLst>
              <p:tags r:id="rId3"/>
            </p:custDataLst>
          </p:nvPr>
        </p:nvGraphicFramePr>
        <p:xfrm>
          <a:off x="392430" y="2962275"/>
          <a:ext cx="9474200" cy="3657600"/>
        </p:xfrm>
        <a:graphic>
          <a:graphicData uri="http://schemas.openxmlformats.org/drawingml/2006/table">
            <a:tbl>
              <a:tblPr firstRow="1" bandRow="1">
                <a:tableStyleId>{5C22544A-7EE6-4342-B048-85BDC9FD1C3A}</a:tableStyleId>
              </a:tblPr>
              <a:tblGrid>
                <a:gridCol w="6652895"/>
                <a:gridCol w="2821305"/>
              </a:tblGrid>
              <a:tr h="264795">
                <a:tc>
                  <a:txBody>
                    <a:bodyPr/>
                    <a:p>
                      <a:pPr>
                        <a:buNone/>
                      </a:pPr>
                      <a:r>
                        <a:rPr lang="en-US" b="0">
                          <a:solidFill>
                            <a:schemeClr val="tx1"/>
                          </a:solidFill>
                        </a:rPr>
                        <a:t>Tên ngành/chuyên ngành</a:t>
                      </a:r>
                      <a:endParaRPr lang="en-US"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r">
                        <a:buNone/>
                      </a:pPr>
                      <a:r>
                        <a:rPr lang="en-US" b="0">
                          <a:solidFill>
                            <a:schemeClr val="tx1"/>
                          </a:solidFill>
                        </a:rPr>
                        <a:t>Số lượng tuyển sinh</a:t>
                      </a:r>
                      <a:endParaRPr lang="en-US" b="0">
                        <a:solidFill>
                          <a:schemeClr val="tx1"/>
                        </a:solidFill>
                      </a:endParaRP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r h="365760">
                <a:tc>
                  <a:txBody>
                    <a:bodyPr/>
                    <a:p>
                      <a:pPr>
                        <a:buNone/>
                      </a:pPr>
                      <a:r>
                        <a:rPr lang="en-US"/>
                        <a:t>Công nghệ thông tin</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r">
                        <a:buNone/>
                      </a:pPr>
                      <a:r>
                        <a:rPr lang="en-US"/>
                        <a:t>272</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buNone/>
                      </a:pPr>
                      <a:r>
                        <a:rPr lang="en-US"/>
                        <a:t>Công nghệ thông tin - CLC</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r">
                        <a:buNone/>
                      </a:pPr>
                      <a:r>
                        <a:rPr lang="en-US"/>
                        <a:t>144</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buNone/>
                      </a:pPr>
                      <a:r>
                        <a:rPr lang="en-US"/>
                        <a:t>Công nghệ thông tin - HA</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r">
                        <a:buNone/>
                      </a:pPr>
                      <a:r>
                        <a:rPr lang="en-US"/>
                        <a:t>75</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buNone/>
                      </a:pPr>
                      <a:r>
                        <a:rPr lang="en-US"/>
                        <a:t>Mạng máy tính và truyền thông dữ liệu</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r">
                        <a:buNone/>
                      </a:pPr>
                      <a:r>
                        <a:rPr lang="en-US"/>
                        <a:t>149</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buNone/>
                      </a:pPr>
                      <a:r>
                        <a:rPr lang="en-US"/>
                        <a:t>Kỹ thuật phần mềm</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r">
                        <a:buNone/>
                      </a:pPr>
                      <a:r>
                        <a:rPr lang="en-US"/>
                        <a:t>266</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buNone/>
                      </a:pPr>
                      <a:r>
                        <a:rPr lang="en-US"/>
                        <a:t>Hệ thống thông tin</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r">
                        <a:buNone/>
                      </a:pPr>
                      <a:r>
                        <a:rPr lang="en-US"/>
                        <a:t>135</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buNone/>
                      </a:pPr>
                      <a:r>
                        <a:rPr lang="en-US"/>
                        <a:t>Khoa học máy tính</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r">
                        <a:buNone/>
                      </a:pPr>
                      <a:r>
                        <a:rPr lang="en-US"/>
                        <a:t>178</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buNone/>
                      </a:pPr>
                      <a:r>
                        <a:rPr lang="en-US"/>
                        <a:t>tin học ứng dụng</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c>
                  <a:txBody>
                    <a:bodyPr/>
                    <a:p>
                      <a:pPr algn="r">
                        <a:buNone/>
                      </a:pPr>
                      <a:r>
                        <a:rPr lang="en-US"/>
                        <a:t>32</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chemeClr val="bg1"/>
                    </a:solidFill>
                  </a:tcPr>
                </a:tc>
              </a:tr>
              <a:tr h="365760">
                <a:tc>
                  <a:txBody>
                    <a:bodyPr/>
                    <a:p>
                      <a:pPr>
                        <a:buNone/>
                      </a:pPr>
                      <a:r>
                        <a:rPr lang="en-US"/>
                        <a:t>Tổng</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c>
                  <a:txBody>
                    <a:bodyPr/>
                    <a:p>
                      <a:pPr algn="r">
                        <a:buNone/>
                      </a:pPr>
                      <a:r>
                        <a:rPr lang="en-US"/>
                        <a:t>1251</a:t>
                      </a:r>
                      <a:endParaRPr lang="en-US"/>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noFill/>
                  </a:tcPr>
                </a:tc>
              </a:tr>
            </a:tbl>
          </a:graphicData>
        </a:graphic>
      </p:graphicFrame>
      <p:sp>
        <p:nvSpPr>
          <p:cNvPr id="5" name="U-Turn Arrow 4">
            <a:hlinkClick r:id="rId4" action="ppaction://hlinksldjump"/>
          </p:cNvPr>
          <p:cNvSpPr/>
          <p:nvPr/>
        </p:nvSpPr>
        <p:spPr>
          <a:xfrm flipV="1">
            <a:off x="9010650" y="1570990"/>
            <a:ext cx="698500" cy="730250"/>
          </a:xfrm>
          <a:prstGeom prst="uturnArrow">
            <a:avLst/>
          </a:prstGeom>
          <a:ln w="28575" cmpd="sng">
            <a:solidFill>
              <a:schemeClr val="accent1"/>
            </a:solidFill>
            <a:prstDash val="solid"/>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en-US">
              <a:solidFill>
                <a:schemeClr val="tx1"/>
              </a:solidFill>
            </a:endParaRPr>
          </a:p>
        </p:txBody>
      </p:sp>
      <p:sp>
        <p:nvSpPr>
          <p:cNvPr id="6" name="Slide Number Placeholder 5"/>
          <p:cNvSpPr>
            <a:spLocks noGrp="1"/>
          </p:cNvSpPr>
          <p:nvPr>
            <p:ph type="sldNum" sz="quarter" idx="12"/>
          </p:nvPr>
        </p:nvSpPr>
        <p:spPr/>
        <p:txBody>
          <a:bodyPr/>
          <a:p>
            <a:r>
              <a:rPr lang="en-US"/>
              <a:t>8</a:t>
            </a:r>
            <a:endParaRPr lang="en-US"/>
          </a:p>
        </p:txBody>
      </p:sp>
    </p:spTree>
    <p:custDataLst>
      <p:tags r:id="rId5"/>
    </p:custData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Requires="p14"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ID" val="custom20205081_1*a*1"/>
  <p:tag name="KSO_WM_TEMPLATE_CATEGORY" val="custom"/>
  <p:tag name="KSO_WM_TEMPLATE_INDEX" val="20205081"/>
  <p:tag name="KSO_WM_UNIT_LAYERLEVEL" val="1"/>
  <p:tag name="KSO_WM_TAG_VERSION" val="1.0"/>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 name="KSO_WM_AICARD_INVALID" val="Invalid"/>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TABLE_ENDDRAG_ORIGIN_RECT" val="746*285"/>
  <p:tag name="TABLE_ENDDRAG_RECT" val="30*225*746*285"/>
</p:tagLst>
</file>

<file path=ppt/tags/tag86.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1490</Words>
  <Application>WPS Presentation</Application>
  <PresentationFormat>Widescreen</PresentationFormat>
  <Paragraphs>108</Paragraphs>
  <Slides>8</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8</vt:i4>
      </vt:variant>
    </vt:vector>
  </HeadingPairs>
  <TitlesOfParts>
    <vt:vector size="18" baseType="lpstr">
      <vt:lpstr>Arial</vt:lpstr>
      <vt:lpstr>SimSun</vt:lpstr>
      <vt:lpstr>Wingdings</vt:lpstr>
      <vt:lpstr>Times New Roman</vt:lpstr>
      <vt:lpstr>Wingdings</vt:lpstr>
      <vt:lpstr>Segoe UI</vt:lpstr>
      <vt:lpstr>Microsoft YaHei</vt:lpstr>
      <vt:lpstr>Arial Unicode MS</vt:lpstr>
      <vt:lpstr>Calibri</vt:lpstr>
      <vt:lpstr>WPS</vt:lpstr>
      <vt:lpstr>BỐ CỤC MỘT BÀI THUYẾT TRÌNH</vt:lpstr>
      <vt:lpstr>Giới thiệu</vt:lpstr>
      <vt:lpstr>Phần mở đầu</vt:lpstr>
      <vt:lpstr>Phần chính</vt:lpstr>
      <vt:lpstr>Phần kết</vt:lpstr>
      <vt:lpstr>Cám ơn sự chú ý của quý vị</vt:lpstr>
      <vt:lpstr>Ví dụ: sử dụng một đoạn trích dẫn giới thiệu</vt:lpstr>
      <vt:lpstr>Ví dụ minh chứng một vấn đề</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Blank Presentation</dc:title>
  <dc:creator>ACER</dc:creator>
  <cp:lastModifiedBy>ACER</cp:lastModifiedBy>
  <cp:revision>11</cp:revision>
  <dcterms:created xsi:type="dcterms:W3CDTF">2026-10-07T14:20:00Z</dcterms:created>
  <dcterms:modified xsi:type="dcterms:W3CDTF">2026-10-10T12:15:53Z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1033-12.1.0.28485</vt:lpwstr>
  </property>
  <property fmtid="{D5CDD505-2E9C-101B-9397-08002B2CF9AE}" pid="3" name="ICV">
    <vt:lpwstr>57BD7E022F3249F8943766263DC93C12_11</vt:lpwstr>
  </property>
</Properties>
</file>